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Talab va taklif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Talab — xarid qilishga tayyor va qodir bo‘lgan miqdor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Talab qonuni: narx oshsa, talab miqdori kamayadi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Inflyatsiya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Narxlar umumiy darajasining barqaror o‘sishi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Iste’mol narxlari indeksi orqali o‘lchanadi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Markaziy bank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Pul-kredit siyosatini amalga oshiradi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Asosiy stavka orqali kredit narxiga ta’sir qiladi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2026-10-15T18:27:57Z</dcterms:created>
  <dcterms:modified xsi:type="dcterms:W3CDTF">2026-10-15T18:27:57Z</dcterms:modified>
</cp:coreProperties>
</file>